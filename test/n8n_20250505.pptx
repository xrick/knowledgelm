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Lato"/>
      <p:regular r:id="rId27"/>
    </p:embeddedFont>
    <p:embeddedFont>
      <p:font typeface="Lato"/>
      <p:regular r:id="rId28"/>
    </p:embeddedFont>
    <p:embeddedFont>
      <p:font typeface="Lato"/>
      <p:regular r:id="rId29"/>
    </p:embeddedFont>
    <p:embeddedFont>
      <p:font typeface="Lato"/>
      <p:regular r:id="rId30"/>
    </p:embeddedFont>
    <p:embeddedFont>
      <p:font typeface="Lato"/>
      <p:regular r:id="rId31"/>
    </p:embeddedFont>
    <p:embeddedFont>
      <p:font typeface="Lato"/>
      <p:regular r:id="rId32"/>
    </p:embeddedFont>
    <p:embeddedFont>
      <p:font typeface="Lato"/>
      <p:regular r:id="rId33"/>
    </p:embeddedFont>
    <p:embeddedFont>
      <p:font typeface="Lato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6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9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82885"/>
            <a:ext cx="6185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 自動化平台全面解析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318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開源低程式碼自動化平台，連接各種服務，實現工作流程自動化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6678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477440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4749879"/>
            <a:ext cx="227480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投稿人：Rick Liao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目錄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平台基礎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n8n簡介、發展歷史、主要特色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核心概念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節點、工作流、資料流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實務應用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設計架構、進階應用、實例展示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資源與展望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社群資源、未來發展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99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n8n簡介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18855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定義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9360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開源工作流自動化平台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218855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特性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9360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低程式碼、視覺化介面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目標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連接各種服務，實現流程自動化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n8n發展歷史與背景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2096453"/>
            <a:ext cx="30480" cy="5085636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33636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63652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創立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9411" y="2664738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 Oberhauser創辦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760012" y="372117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2" name="Text 9"/>
          <p:cNvSpPr/>
          <p:nvPr/>
        </p:nvSpPr>
        <p:spPr>
          <a:xfrm>
            <a:off x="63652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669411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開源發布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69411" y="404955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採用公平程式碼授權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760012" y="5105995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7" name="Text 14"/>
          <p:cNvSpPr/>
          <p:nvPr/>
        </p:nvSpPr>
        <p:spPr>
          <a:xfrm>
            <a:off x="63652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669411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社群成長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69411" y="543437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全球開發者貢獻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6760012" y="649081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01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2" name="Text 19"/>
          <p:cNvSpPr/>
          <p:nvPr/>
        </p:nvSpPr>
        <p:spPr>
          <a:xfrm>
            <a:off x="63652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7669411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企業版推出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669411" y="681918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提供進階功能支援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64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n8n的主要特色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76534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55913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多服務整合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049554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連接200+服務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276534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55913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視覺化介面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049554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拖拉設計工作流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276534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55913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高度彈性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049554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自訂節點與函數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866084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65987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自主部署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150293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掌控資料安全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9593"/>
            <a:ext cx="631126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n8n與其他自動化工具比較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06146"/>
            <a:ext cx="13042821" cy="3107293"/>
          </a:xfrm>
          <a:prstGeom prst="roundRect">
            <a:avLst>
              <a:gd name="adj" fmla="val 10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4413766"/>
            <a:ext cx="1302627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18223" y="4550569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平台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63647" y="4550569"/>
            <a:ext cx="39032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優勢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05261" y="4550569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劣勢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01410" y="5032177"/>
            <a:ext cx="13026271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18223" y="5168979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n8n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363647" y="5168979"/>
            <a:ext cx="39032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開源、自部署、高彈性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705261" y="5168979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社群較小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1410" y="5650587"/>
            <a:ext cx="1302627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18223" y="5787390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Zapier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363647" y="5787390"/>
            <a:ext cx="39032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整合多、易用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705261" y="5787390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封閉、價格高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01410" y="6268998"/>
            <a:ext cx="13026271" cy="618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18223" y="6405801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Make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363647" y="6405801"/>
            <a:ext cx="39032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複雜流程、視覺化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705261" y="6405801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學習曲線陡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801410" y="6887408"/>
            <a:ext cx="13026271" cy="6184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18223" y="7024211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IFTTT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5363647" y="7024211"/>
            <a:ext cx="39032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簡單、上手快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9705261" y="7024211"/>
            <a:ext cx="390703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功能有限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直觀比喻一：拼圖遊戲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14169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完整工作流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14169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實現業務目標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1360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節點連接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13602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建立資料流動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1133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節點選擇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1133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如同拼圖塊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直觀比喻二：工廠生產線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原料輸入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觸發節點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加工處理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動作節點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篩選分類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條件節點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成品輸出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結果節點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80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直觀比喻三：數位助理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2630448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5420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自動執行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無需人工干預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2630448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7523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任務管理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處理重複工作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2630448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39626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服務連接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跨平台整合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75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n8n核心概念總覽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3861" y="3271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61661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功能單元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893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5DFD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791" y="3293626"/>
            <a:ext cx="255151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1304" y="3271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工作流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81304" y="3761661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節點組合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74368" y="316968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5DFD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220" y="3325535"/>
            <a:ext cx="255151" cy="2551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1304" y="5267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資料流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81304" y="5757624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節點間傳遞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7436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5DFD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220" y="5779056"/>
            <a:ext cx="255151" cy="3189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313861" y="5267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觸發器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93790" y="5757624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啟動條件</a:t>
            </a:r>
            <a:endParaRPr lang="en-US" sz="17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258" y="2870002"/>
            <a:ext cx="3651885" cy="365188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88938" y="5655112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5DFD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91" y="5810964"/>
            <a:ext cx="255151" cy="2551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節點類型詳解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67" y="3116104"/>
            <a:ext cx="318968" cy="318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1133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觸發節點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1133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啟動工作流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1133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動作節點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1133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執行操作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1700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流程控制節點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17003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條件分支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7457"/>
            <a:ext cx="3589496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工作流設計與架構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73073" y="1343025"/>
            <a:ext cx="7597854" cy="47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674626" y="1996083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畫布介面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3073" y="2306360"/>
            <a:ext cx="759785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視覺化工作區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3073" y="3038356"/>
            <a:ext cx="7597854" cy="47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3674626" y="3691414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節點放置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3073" y="4001691"/>
            <a:ext cx="759785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拖拉定位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3073" y="4733687"/>
            <a:ext cx="7597854" cy="47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3700" dirty="0"/>
          </a:p>
        </p:txBody>
      </p:sp>
      <p:sp>
        <p:nvSpPr>
          <p:cNvPr id="11" name="Text 8"/>
          <p:cNvSpPr/>
          <p:nvPr/>
        </p:nvSpPr>
        <p:spPr>
          <a:xfrm>
            <a:off x="3674626" y="5386745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連接建立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3073" y="5697022"/>
            <a:ext cx="759785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定義資料流向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3073" y="6429018"/>
            <a:ext cx="7597854" cy="47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3700" dirty="0"/>
          </a:p>
        </p:txBody>
      </p:sp>
      <p:sp>
        <p:nvSpPr>
          <p:cNvPr id="14" name="Text 11"/>
          <p:cNvSpPr/>
          <p:nvPr/>
        </p:nvSpPr>
        <p:spPr>
          <a:xfrm>
            <a:off x="3674626" y="7082076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啟動設定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3073" y="7392353"/>
            <a:ext cx="759785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執行條件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87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資料流與表達式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11655"/>
            <a:ext cx="9782056" cy="5477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0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認證與安全性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90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2479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憑證管理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296941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集中式安全存儲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5591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OAuth授權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04955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第三方服務連接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3927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4639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加密傳輸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2968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保護敏感資料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571940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5DFD2"/>
          </a:solidFill>
          <a:ln/>
        </p:spPr>
      </p:sp>
      <p:sp>
        <p:nvSpPr>
          <p:cNvPr id="14" name="Text 11"/>
          <p:cNvSpPr/>
          <p:nvPr/>
        </p:nvSpPr>
        <p:spPr>
          <a:xfrm>
            <a:off x="2324695" y="5719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權限控制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20982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使用者存取限制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錯誤處理與除錯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錯誤發生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節點執行失敗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偵測識別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錯誤類型判斷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除錯分析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查看執行日誌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修正解決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調整節點設定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9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模組化與子工作流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2542342"/>
            <a:ext cx="3120747" cy="312074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08" y="2542342"/>
            <a:ext cx="3120866" cy="312086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2542342"/>
            <a:ext cx="3120747" cy="312074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124" y="2542342"/>
            <a:ext cx="3120866" cy="312086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93790" y="60643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8" name="Text 2"/>
          <p:cNvSpPr/>
          <p:nvPr/>
        </p:nvSpPr>
        <p:spPr>
          <a:xfrm>
            <a:off x="1530906" y="6142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子工作流設計</a:t>
            </a:r>
            <a:endParaRPr lang="en-US" sz="2200" dirty="0"/>
          </a:p>
        </p:txBody>
      </p:sp>
      <p:sp>
        <p:nvSpPr>
          <p:cNvPr id="9" name="Text 3"/>
          <p:cNvSpPr/>
          <p:nvPr/>
        </p:nvSpPr>
        <p:spPr>
          <a:xfrm>
            <a:off x="1530906" y="6632615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拆分複雜流程</a:t>
            </a:r>
            <a:endParaRPr lang="en-US" sz="1750" dirty="0"/>
          </a:p>
        </p:txBody>
      </p:sp>
      <p:sp>
        <p:nvSpPr>
          <p:cNvPr id="10" name="Shape 4"/>
          <p:cNvSpPr/>
          <p:nvPr/>
        </p:nvSpPr>
        <p:spPr>
          <a:xfrm>
            <a:off x="5235893" y="60643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1" name="Text 5"/>
          <p:cNvSpPr/>
          <p:nvPr/>
        </p:nvSpPr>
        <p:spPr>
          <a:xfrm>
            <a:off x="5973008" y="6142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模板重用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973008" y="6632615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提高開發效率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77995" y="60643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4" name="Text 8"/>
          <p:cNvSpPr/>
          <p:nvPr/>
        </p:nvSpPr>
        <p:spPr>
          <a:xfrm>
            <a:off x="10415111" y="6142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維護簡化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6632615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集中更新管理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6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n8n進階應用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68509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1911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AI整合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4023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連接OpenAI、HuggingFace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21885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多步驟自動化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複雜業務流程實現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自訂節點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開發專屬功能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2863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651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Webhook應用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70036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即時事件處理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225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361" y="2745819"/>
            <a:ext cx="4418409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n8n實作Demo流程說明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61" y="3531037"/>
            <a:ext cx="848916" cy="10188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5951" y="3700820"/>
            <a:ext cx="2122527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表單觸發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895951" y="4067889"/>
            <a:ext cx="1194208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接收用戶提交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4549854"/>
            <a:ext cx="848916" cy="10188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95951" y="4719638"/>
            <a:ext cx="2122527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資料處理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895951" y="5086707"/>
            <a:ext cx="1194208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格式化內容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61" y="5568672"/>
            <a:ext cx="848916" cy="10188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5951" y="5738455"/>
            <a:ext cx="2122527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Airtable儲存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895951" y="6105525"/>
            <a:ext cx="1194208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記錄客戶資料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61" y="6587490"/>
            <a:ext cx="848916" cy="10188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95951" y="6757273"/>
            <a:ext cx="2122527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Slack通知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895951" y="7124343"/>
            <a:ext cx="1194208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團隊即時提醒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8041"/>
            <a:ext cx="65784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 Demo操作截圖與重點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05" y="2630448"/>
            <a:ext cx="2994184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5420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節點設定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參數配置畫面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108" y="2630448"/>
            <a:ext cx="2994184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7523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資料映射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欄位對應設定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211" y="2630448"/>
            <a:ext cx="2994184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39626" y="5908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執行結果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39853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成功完成流程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542353"/>
            <a:ext cx="66433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n8n資源、社群與未來展望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9129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5633799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6691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官方資源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6159579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文件、教學、範例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35893" y="559129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963" y="563379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3008" y="56691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社群支援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73008" y="6159579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論壇、Discord、GitHub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77995" y="559129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065" y="5633799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56691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未來趨勢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6159579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AI整合、企業應用擴展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2025-05-05T03:15:14Z</dcterms:created>
  <dcterms:modified xsi:type="dcterms:W3CDTF">2025-05-05T03:15:14Z</dcterms:modified>
</cp:coreProperties>
</file>