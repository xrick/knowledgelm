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Host Grotesk Light" pitchFamily="2" charset="0"/>
      <p:regular r:id="rId12"/>
      <p:italic r:id="rId13"/>
    </p:embeddedFont>
    <p:embeddedFont>
      <p:font typeface="Host Grotesk Medium" pitchFamily="2" charset="0"/>
      <p:regular r:id="rId14"/>
      <p: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67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358277"/>
            <a:ext cx="69975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DocAI</a:t>
            </a: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Report 2025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056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完整資料流程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1000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14349"/>
            <a:ext cx="4215289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5592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使用者上傳 PDF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2988469"/>
            <a:ext cx="421528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uploads PDF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07437" y="21000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437" y="2414349"/>
            <a:ext cx="4215408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7437" y="25592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 層接收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207437" y="2988469"/>
            <a:ext cx="421540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Layer - skills.py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621203" y="21000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2414349"/>
            <a:ext cx="4215289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21203" y="25592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服務處理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21203" y="2988469"/>
            <a:ext cx="421528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Services - Ingestion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93790" y="363331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27872"/>
            <a:ext cx="4215289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40925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PDF 提取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793790" y="4521756"/>
            <a:ext cx="421528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 Extract (PyPDF2)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207437" y="363331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5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437" y="3927872"/>
            <a:ext cx="4215408" cy="228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07437" y="40925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內容分塊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5207437" y="4521756"/>
            <a:ext cx="421540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Chunking (1000 chars)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9621203" y="363331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06</a:t>
            </a:r>
            <a:endParaRPr lang="en-US" sz="15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03" y="3927872"/>
            <a:ext cx="4215289" cy="228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21203" y="40925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向量嵌入</a:t>
            </a:r>
            <a:endParaRPr lang="en-US" sz="1950" dirty="0"/>
          </a:p>
        </p:txBody>
      </p:sp>
      <p:sp>
        <p:nvSpPr>
          <p:cNvPr id="26" name="Text 18"/>
          <p:cNvSpPr/>
          <p:nvPr/>
        </p:nvSpPr>
        <p:spPr>
          <a:xfrm>
            <a:off x="9621203" y="4521756"/>
            <a:ext cx="421528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(BGE-M3)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93790" y="516659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07</a:t>
            </a:r>
            <a:endParaRPr lang="en-US" sz="15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41275"/>
            <a:ext cx="13042702" cy="228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93790" y="56258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雙層儲存</a:t>
            </a:r>
            <a:endParaRPr lang="en-US" sz="1950" dirty="0"/>
          </a:p>
        </p:txBody>
      </p:sp>
      <p:sp>
        <p:nvSpPr>
          <p:cNvPr id="30" name="Text 21"/>
          <p:cNvSpPr/>
          <p:nvPr/>
        </p:nvSpPr>
        <p:spPr>
          <a:xfrm>
            <a:off x="793790" y="6055043"/>
            <a:ext cx="1304270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Store (Vectors) + SQLite (Metadata)</a:t>
            </a:r>
            <a:endParaRPr lang="en-US" sz="1550" dirty="0"/>
          </a:p>
        </p:txBody>
      </p:sp>
      <p:sp>
        <p:nvSpPr>
          <p:cNvPr id="31" name="Text 22"/>
          <p:cNvSpPr/>
          <p:nvPr/>
        </p:nvSpPr>
        <p:spPr>
          <a:xfrm>
            <a:off x="793790" y="6724769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從使用者上傳到最終儲存，系統確保每個步驟都經過精心設計，實現高效、可靠的文件處理與檢索能力。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472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文件處理流程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35368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PDF Extract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107299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使用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PyPDF2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進行 PDF 文件內容提取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583549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解析 PDF 文件結構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950619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提取文字內容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317688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保留文件格式資訊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21674" y="35368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Chunking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4821674" y="4107299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將提取的內容分塊處理，每塊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1000 字元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21674" y="4583549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智能分段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821674" y="4950619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保持語意完整性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21674" y="5317688"/>
            <a:ext cx="353615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優化檢索效率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48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22107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向量嵌入技術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93790" y="4315897"/>
            <a:ext cx="13042821" cy="2351603"/>
          </a:xfrm>
          <a:prstGeom prst="roundRect">
            <a:avLst>
              <a:gd name="adj" fmla="val 354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9768" y="45218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Embedding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99768" y="5013008"/>
            <a:ext cx="126308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採用 </a:t>
            </a: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BGE-M3</a:t>
            </a: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模型進行向量嵌入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99768" y="5429726"/>
            <a:ext cx="126308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高維度向量表示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9768" y="5796796"/>
            <a:ext cx="126308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語意相似度計算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99768" y="6163866"/>
            <a:ext cx="126308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支援多語言處理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890742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BGE-M3 是一個先進的嵌入模型，能夠將文字內容轉換為高維度向量，為後續的相似度搜尋和語意檢索提供基礎。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0320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雙層儲存架構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453289"/>
            <a:ext cx="6422231" cy="2215991"/>
          </a:xfrm>
          <a:prstGeom prst="roundRect">
            <a:avLst>
              <a:gd name="adj" fmla="val 495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3453289"/>
            <a:ext cx="91440" cy="2215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3588" y="36745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FAISS Store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83588" y="41258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向量儲存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4555093"/>
            <a:ext cx="5911215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專門儲存文件的向量表示，支援高效的相似度搜尋和快速檢索。FAISS 提供了優化的索引結構，能夠在大規模向量資料中快速找到最相似的結果。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3453289"/>
            <a:ext cx="6422231" cy="2215991"/>
          </a:xfrm>
          <a:prstGeom prst="roundRect">
            <a:avLst>
              <a:gd name="adj" fmla="val 4952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519" y="3453289"/>
            <a:ext cx="91440" cy="22159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04177" y="36745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SQLite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7704177" y="41258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元資料儲存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704177" y="4555093"/>
            <a:ext cx="591121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儲存文件的元資料資訊，包括文件名稱、上傳時間、分塊資訊等結構化資料。SQLite 提供了輕量級但功能完整的關聯式資料庫支援。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</Words>
  <Application>Microsoft Macintosh PowerPoint</Application>
  <PresentationFormat>自訂</PresentationFormat>
  <Paragraphs>54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Arial</vt:lpstr>
      <vt:lpstr>Host Grotesk Medium</vt:lpstr>
      <vt:lpstr>Calibri</vt:lpstr>
      <vt:lpstr>Host Grotesk Light</vt:lpstr>
      <vt:lpstr>Roboto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lastModifiedBy>RickLiao</cp:lastModifiedBy>
  <cp:revision>2</cp:revision>
  <dcterms:created xsi:type="dcterms:W3CDTF">2025-12-06T08:29:30Z</dcterms:created>
  <dcterms:modified xsi:type="dcterms:W3CDTF">2025-12-06T08:35:36Z</dcterms:modified>
</cp:coreProperties>
</file>