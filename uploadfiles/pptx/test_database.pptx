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資料庫系統概論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Database Systems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關聯式資料庫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是標準化的查詢語言</a:t>
            </a:r>
          </a:p>
          <a:p>
            <a:r>
              <a:t>主要操作：SELECT, INSERT, UPDATE, DELETE</a:t>
            </a:r>
          </a:p>
          <a:p>
            <a:r>
              <a:t>常見 RDBMS：MySQL, PostgreSQL, Oracle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向量資料庫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向量資料庫用於存儲和搜索向量嵌入</a:t>
            </a:r>
          </a:p>
          <a:p>
            <a:r>
              <a:t>常見的向量資料庫：FAISS, Milvus, Pinecone</a:t>
            </a:r>
          </a:p>
          <a:p>
            <a:r>
              <a:t>主要應用於：語義搜索、推薦系統、RAG 系統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